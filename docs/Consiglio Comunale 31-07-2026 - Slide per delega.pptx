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50292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" name="Image 0" descr="stem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3504"/>
            <a:ext cx="694944" cy="79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luglio 2026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Stato di attuazione del DUP 2027-2029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5943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Viabilità · Ambiente · Ciclo Rifiuti · Sistema Idrico · Illuminazione Pubblica · Accessibilità · Cimiteri · Digitalizzazione · Lavori Pubblici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38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Viabilità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 31 luglio 2026  ·  Stato di attuazione DUP 2027-2029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EFF4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AUTUNNO 2026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 dei lavori di messa in sicurezza della frana di via Zanelli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intervento atteso dai residenti della zona: la progettazione è stata affidata e i lavori del primo lotto partiranno in autunno.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38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 31 luglio 2026  ·  Stato di attuazione DUP 2027-2029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4905756" cy="329184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Bandiera Blu 2026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Confermata su tutte le spiagge storiche.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3611880"/>
            <a:ext cx="4357116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11880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ENTRY: VENERE AZZURRA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4357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volta in Bandiera Blu per la spiaggia della Venere Azzurra.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5916" y="1920240"/>
            <a:ext cx="4905756" cy="3291840"/>
          </a:xfrm>
          <a:prstGeom prst="roundRect">
            <a:avLst>
              <a:gd name="adj" fmla="val 3333"/>
            </a:avLst>
          </a:prstGeom>
          <a:solidFill>
            <a:srgbClr val="EF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60236" y="2286000"/>
            <a:ext cx="4357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Bandiera Verde Pediatrica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60236" y="3291840"/>
            <a:ext cx="4357116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60236" y="3291840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TERENZO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60236" y="3886200"/>
            <a:ext cx="43571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Riconoscimento ottenuto per la spiaggia di San Terenzo, a misura di famiglia.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38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Rifiuti — Revisione del sistema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 31 luglio 2026  ·  Stato di attuazione DUP 2027-2029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949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 del sistema di raccolta in accordo con il gestore, per costruire un modello su misura per Lerici</a:t>
            </a:r>
            <a:endParaRPr lang="en-US" sz="1800" dirty="0"/>
          </a:p>
          <a:p>
            <a:pPr marL="228600" indent="-228600">
              <a:lnSpc>
                <a:spcPct val="11200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risolvere una volta per tutte le criticità di questi anni — raccolta del non commerciale, mercato del pesce, zone di abbandono sistematico e aree limitrofe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38160" y="1920240"/>
            <a:ext cx="3017520" cy="2011680"/>
          </a:xfrm>
          <a:prstGeom prst="roundRect">
            <a:avLst>
              <a:gd name="adj" fmla="val 545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SETTEMBRE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66760" y="2788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Telecamere su tutti i bidoni intelligenti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38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Rifiuti — Sensibilizzazione e controllo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 31 luglio 2026  ·  Stato di attuazione DUP 2027-2029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Campagna di sensibilizzazione sulle buone prassi di conferimento (es. obbligo del mastello)</a:t>
            </a:r>
            <a:endParaRPr lang="en-US" sz="170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arrivo una convenzione con i volontari ambientali per la vigilanza sul corretto conferimento</a:t>
            </a:r>
            <a:endParaRPr lang="en-US" sz="170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una settimana attive pattuglie della Polizia Locale in borghese: tolleranza zero sui comportamenti scorretti</a:t>
            </a:r>
            <a:endParaRPr lang="en-US" sz="170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 anche alla gestione della fauna indesiderata (derattizzazione, gabbiani)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38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Illuminazione Pubblica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 31 luglio 2026  ·  Stato di attuazione DUP 2027-2029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4905756" cy="2377440"/>
          </a:xfrm>
          <a:prstGeom prst="roundRect">
            <a:avLst>
              <a:gd name="adj" fmla="val 4615"/>
            </a:avLst>
          </a:prstGeom>
          <a:solidFill>
            <a:srgbClr val="EFF4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49057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ANNO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4357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Proroga dell'attuale gestore del servizio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85916" y="2103120"/>
            <a:ext cx="4905756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185916" y="2423160"/>
            <a:ext cx="49057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60236" y="3383280"/>
            <a:ext cx="43571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Nuova gara d'appalto: non c'erano i tempi tecnici per bandirla quest'anno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38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 31 luglio 2026  ·  Stato di attuazione DUP 2027-2029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Attuazione del Piano PEBA — eliminazione delle barriere architettoniche</a:t>
            </a:r>
            <a:endParaRPr lang="en-US" sz="1900" dirty="0"/>
          </a:p>
          <a:p>
            <a:pPr marL="228600" indent="-228600">
              <a:lnSpc>
                <a:spcPct val="112000"/>
              </a:lnSpc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Completamento della progettazione degli ascensori di via Gerini e via Poggi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38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Cimiteri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 31 luglio 2026  ·  Stato di attuazione DUP 2027-2029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10332720" cy="3108960"/>
          </a:xfrm>
          <a:prstGeom prst="roundRect">
            <a:avLst>
              <a:gd name="adj" fmla="val 3529"/>
            </a:avLst>
          </a:prstGeom>
          <a:solidFill>
            <a:srgbClr val="EFF4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3317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muro dedicato al ricordo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mini ristrutturazione per dare un luogo fisico del ricordo ai defunti i cui resti non sono più custoditi nel cimitero, anche dopo la scadenza della concessione ordinaria.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38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Digitalizzazione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 31 luglio 2026  ·  Stato di attuazione DUP 2027-2029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EFF4F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671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Totem PagoPA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67919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 pagamenti verso il Comune, senza passare dallo sportello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EFF4F6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671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digitale entro il 2027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67919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Dematerializzazione integrale dei permessi ZTL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EF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1330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Stato Civile e Anagrafe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64515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 online semplificata per i servizi più richiesti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393192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EF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1330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Pagamenti più semplici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464515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Percorsi agevolati per il cittadino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38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Lavori Pubblici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 31 luglio 2026  ·  Stato di attuazione DUP 2027-2029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 FINE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dei lavori dell'asilo nido nel plesso Poggi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dell'impianto natatorio della Vallata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Nuovi spogliatoi del campo di Falconara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0" cy="4526280"/>
          </a:xfrm>
          <a:prstGeom prst="line">
            <a:avLst/>
          </a:prstGeom>
          <a:noFill/>
          <a:ln w="12700">
            <a:solidFill>
              <a:srgbClr val="D8E1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 IL 2027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Progettazione del terzo lotto del lungomare di Lerici (parte interna dei giardini), per averlo pronto prima dell'estate 2027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parallelo, progettazione dell'ultimo tratto di via Roma: riqualificazione in continuità con l'intervento già fatto vicino a piazza Cesare Battisti, compreso il rifacimento dei sottoservizi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4389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Idrico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Comunale 31 luglio 2026  ·  Stato di attuazione DUP 2027-2029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4905756" cy="2926080"/>
          </a:xfrm>
          <a:prstGeom prst="roundRect">
            <a:avLst>
              <a:gd name="adj" fmla="val 3750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331720"/>
            <a:ext cx="4357116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31720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97180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Muggiano e Tellaro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611880"/>
            <a:ext cx="4357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Collegamento al depuratore completato.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85916" y="2011680"/>
            <a:ext cx="4905756" cy="2926080"/>
          </a:xfrm>
          <a:prstGeom prst="roundRect">
            <a:avLst>
              <a:gd name="adj" fmla="val 3750"/>
            </a:avLst>
          </a:prstGeom>
          <a:solidFill>
            <a:srgbClr val="EF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60236" y="2331720"/>
            <a:ext cx="4357116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60236" y="2331720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CORSO DI REALIZZAZIONE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0236" y="297180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Maralunga e la Caletta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60236" y="3611880"/>
            <a:ext cx="43571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Lavori di collegamento al depuratore in corso.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5029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stem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3504"/>
            <a:ext cx="694944" cy="79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 di Lerici — Assessorato a Viabilità, Ambiente, Ciclo Rifiuti, Sistema Idrico, Illuminazione Pubblica, Accessibilità, Cimiteri, Digitalizzazione, Lavori Pubblici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2026-07-29T21:40:41Z</dcterms:created>
  <dcterms:modified xsi:type="dcterms:W3CDTF">2026-07-29T21:40:41Z</dcterms:modified>
</cp:coreProperties>
</file>